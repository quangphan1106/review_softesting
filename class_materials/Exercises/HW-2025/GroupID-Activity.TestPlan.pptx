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  <p:sldMasterId id="2147483650" r:id="rId6"/>
    <p:sldMasterId id="2147483652" r:id="rId7"/>
    <p:sldMasterId id="2147483653" r:id="rId8"/>
    <p:sldMasterId id="2147483655" r:id="rId9"/>
    <p:sldMasterId id="2147483657" r:id="rId10"/>
    <p:sldMasterId id="2147483659" r:id="rId11"/>
    <p:sldMasterId id="2147483661" r:id="rId12"/>
    <p:sldMasterId id="2147483663" r:id="rId13"/>
    <p:sldMasterId id="2147483665" r:id="rId14"/>
    <p:sldMasterId id="2147483667" r:id="rId15"/>
    <p:sldMasterId id="2147483669" r:id="rId16"/>
    <p:sldMasterId id="2147483671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</p:sldIdLst>
  <p:sldSz cy="6858000" cx="9144000"/>
  <p:notesSz cx="10234600" cy="70993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236">
          <p15:clr>
            <a:srgbClr val="000000"/>
          </p15:clr>
        </p15:guide>
        <p15:guide id="2" pos="3224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28" roundtripDataSignature="AMtx7mjIQ7xREccpMVWXm2tJ2nvctEF6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9A2019-B288-4DBE-9F1C-4C5F82327C30}">
  <a:tblStyle styleId="{489A2019-B288-4DBE-9F1C-4C5F82327C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36" orient="horz"/>
        <p:guide pos="32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2.xml"/><Relationship Id="rId22" Type="http://schemas.openxmlformats.org/officeDocument/2006/relationships/slide" Target="slides/slide4.xml"/><Relationship Id="rId21" Type="http://schemas.openxmlformats.org/officeDocument/2006/relationships/slide" Target="slides/slide3.xml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1" Type="http://schemas.openxmlformats.org/officeDocument/2006/relationships/theme" Target="theme/theme1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8" Type="http://customschemas.google.com/relationships/presentationmetadata" Target="metadata"/><Relationship Id="rId27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Master" Target="slideMasters/slideMaster7.xml"/><Relationship Id="rId10" Type="http://schemas.openxmlformats.org/officeDocument/2006/relationships/slideMaster" Target="slideMasters/slideMaster6.xml"/><Relationship Id="rId13" Type="http://schemas.openxmlformats.org/officeDocument/2006/relationships/slideMaster" Target="slideMasters/slideMaster9.xml"/><Relationship Id="rId12" Type="http://schemas.openxmlformats.org/officeDocument/2006/relationships/slideMaster" Target="slideMasters/slideMaster8.xml"/><Relationship Id="rId15" Type="http://schemas.openxmlformats.org/officeDocument/2006/relationships/slideMaster" Target="slideMasters/slideMaster11.xml"/><Relationship Id="rId14" Type="http://schemas.openxmlformats.org/officeDocument/2006/relationships/slideMaster" Target="slideMasters/slideMaster10.xml"/><Relationship Id="rId17" Type="http://schemas.openxmlformats.org/officeDocument/2006/relationships/slideMaster" Target="slideMasters/slideMaster13.xml"/><Relationship Id="rId16" Type="http://schemas.openxmlformats.org/officeDocument/2006/relationships/slideMaster" Target="slideMasters/slideMaster12.xml"/><Relationship Id="rId19" Type="http://schemas.openxmlformats.org/officeDocument/2006/relationships/slide" Target="slides/slide1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797550" y="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74370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797550" y="674370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70" name="Google Shape;70;p1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126" name="Google Shape;126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7" name="Google Shape;127;p2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2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 rot="5400000">
            <a:off x="2433637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1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9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13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1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7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8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14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2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685800" y="2393950"/>
            <a:ext cx="7772400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1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4" name="Google Shape;24;p12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" name="Google Shape;25;p1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0" name="Google Shape;40;p14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6" name="Google Shape;46;p15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" name="Google Shape;47;p1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0" name="Google Shape;60;p17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1" name="Google Shape;61;p1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5" name="Google Shape;75;p19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" name="Google Shape;76;p1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2" name="Google Shape;92;p21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05" name="Google Shape;105;p23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6" name="Google Shape;106;p2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17" name="Google Shape;117;p25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8" name="Google Shape;118;p2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5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2" name="Google Shape;132;p27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3" name="Google Shape;133;p2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47" name="Google Shape;147;p29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8" name="Google Shape;148;p2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61" name="Google Shape;161;p31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2" name="Google Shape;162;p3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31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5" name="Google Shape;165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5" name="Google Shape;175;p33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6" name="Google Shape;176;p3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Test Plan</a:t>
            </a:r>
            <a:endParaRPr/>
          </a:p>
        </p:txBody>
      </p:sp>
      <p:sp>
        <p:nvSpPr>
          <p:cNvPr id="193" name="Google Shape;193;p1"/>
          <p:cNvSpPr txBox="1"/>
          <p:nvPr>
            <p:ph idx="1" type="subTitle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ID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1) Analyze the product</a:t>
            </a:r>
            <a:endParaRPr/>
          </a:p>
        </p:txBody>
      </p:sp>
      <p:sp>
        <p:nvSpPr>
          <p:cNvPr id="199" name="Google Shape;199;p2"/>
          <p:cNvSpPr txBox="1"/>
          <p:nvPr>
            <p:ph idx="1" type="body"/>
          </p:nvPr>
        </p:nvSpPr>
        <p:spPr>
          <a:xfrm>
            <a:off x="533400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will use the website?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it used for?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will it work?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software/ hardware the product uses?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manual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Documents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Forum ?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02" name="Google Shape;202;p2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2) Develop Test Strategy</a:t>
            </a:r>
            <a:endParaRPr/>
          </a:p>
        </p:txBody>
      </p:sp>
      <p:sp>
        <p:nvSpPr>
          <p:cNvPr id="208" name="Google Shape;208;p3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2.1) Define Scope of Testing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2.2) Identify Testing Type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2.3) Document Risk &amp; Issues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2.4) Create Test Logistics</a:t>
            </a:r>
            <a:endParaRPr/>
          </a:p>
          <a:p>
            <a:pPr indent="-2794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11" name="Google Shape;211;p3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3) Define Test Objective</a:t>
            </a:r>
            <a:endParaRPr/>
          </a:p>
        </p:txBody>
      </p:sp>
      <p:sp>
        <p:nvSpPr>
          <p:cNvPr id="217" name="Google Shape;217;p4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all the software features (functionality, performance, GUI…) which may need to test.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the 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the 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test based on above features</a:t>
            </a:r>
            <a:endParaRPr/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4) Define Test Criteria</a:t>
            </a:r>
            <a:endParaRPr/>
          </a:p>
        </p:txBody>
      </p:sp>
      <p:sp>
        <p:nvSpPr>
          <p:cNvPr id="226" name="Google Shape;226;p5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Suspension Criteria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Exit Criteria</a:t>
            </a:r>
            <a:endParaRPr/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5) Resource Planning</a:t>
            </a:r>
            <a:endParaRPr/>
          </a:p>
        </p:txBody>
      </p:sp>
      <p:sp>
        <p:nvSpPr>
          <p:cNvPr id="235" name="Google Shape;235;p6"/>
          <p:cNvSpPr txBox="1"/>
          <p:nvPr>
            <p:ph idx="1" type="body"/>
          </p:nvPr>
        </p:nvSpPr>
        <p:spPr>
          <a:xfrm>
            <a:off x="533400" y="16002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Resources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Resources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6) Plan Test Environment</a:t>
            </a:r>
            <a:endParaRPr/>
          </a:p>
        </p:txBody>
      </p:sp>
      <p:sp>
        <p:nvSpPr>
          <p:cNvPr id="244" name="Google Shape;244;p7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setup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7) Schedule &amp; Estimation</a:t>
            </a:r>
            <a:endParaRPr/>
          </a:p>
        </p:txBody>
      </p:sp>
      <p:sp>
        <p:nvSpPr>
          <p:cNvPr id="253" name="Google Shape;253;p8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estimation</a:t>
            </a:r>
            <a:endParaRPr/>
          </a:p>
          <a:p>
            <a:pPr indent="-2794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schedule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chart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699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graphicFrame>
        <p:nvGraphicFramePr>
          <p:cNvPr id="257" name="Google Shape;257;p8"/>
          <p:cNvGraphicFramePr/>
          <p:nvPr/>
        </p:nvGraphicFramePr>
        <p:xfrm>
          <a:off x="1127125" y="23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{489A2019-B288-4DBE-9F1C-4C5F82327C30}</a:tableStyleId>
              </a:tblPr>
              <a:tblGrid>
                <a:gridCol w="2667000"/>
                <a:gridCol w="2667000"/>
                <a:gridCol w="2667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Members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Estimate effort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8) Test Deliverables</a:t>
            </a:r>
            <a:endParaRPr/>
          </a:p>
        </p:txBody>
      </p:sp>
      <p:sp>
        <p:nvSpPr>
          <p:cNvPr id="263" name="Google Shape;263;p9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□"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deliverables are provided </a:t>
            </a:r>
            <a:r>
              <a:rPr b="1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testing phase.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plans document.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cases documents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Design specifications.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□"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deliverables are provided </a:t>
            </a:r>
            <a:r>
              <a:rPr b="1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</a:t>
            </a: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testing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Scripts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Simulators.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Traceability Matrix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logs and execution logs.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□"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deliverables are provided </a:t>
            </a:r>
            <a:r>
              <a:rPr b="1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testing cycles is over.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Results/reports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 Report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Installation/ Test procedures guidelines</a:t>
            </a:r>
            <a:endParaRPr/>
          </a:p>
          <a:p>
            <a:pPr indent="-436562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 notes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699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7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8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9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5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3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6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0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2004-05-28T22:10:58Z</dcterms:created>
  <dc:creator>salsero</dc:creator>
</cp:coreProperties>
</file>